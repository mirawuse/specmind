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e39ba2b88b4aa8" /><Relationship Type="http://schemas.openxmlformats.org/officeDocument/2006/relationships/extended-properties" Target="/docProps/app.xml" Id="R4c5f6c41e08f4e81" /><Relationship Type="http://schemas.openxmlformats.org/officeDocument/2006/relationships/officeDocument" Target="/ppt/presentation.xml" Id="R248885002e4643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8b896599894dcd"/>
  </p:sldMasterIdLst>
  <p:notesMasterIdLst>
    <p:notesMasterId xmlns:r="http://schemas.openxmlformats.org/officeDocument/2006/relationships" r:id="R5721fa63c673448e"/>
  </p:notesMasterIdLst>
  <p:sldIdLst>
    <p:sldId xmlns:r="http://schemas.openxmlformats.org/officeDocument/2006/relationships" id="256" r:id="Rdad53536c9a048db"/>
    <p:sldId xmlns:r="http://schemas.openxmlformats.org/officeDocument/2006/relationships" id="257" r:id="R80d1e0efb68e4622"/>
    <p:sldId xmlns:r="http://schemas.openxmlformats.org/officeDocument/2006/relationships" id="258" r:id="R9434efeb6cb84070"/>
    <p:sldId xmlns:r="http://schemas.openxmlformats.org/officeDocument/2006/relationships" id="259" r:id="R1a7ceb61e91c4aff"/>
    <p:sldId xmlns:r="http://schemas.openxmlformats.org/officeDocument/2006/relationships" id="260" r:id="R0dc6e3e3c8f94ced"/>
    <p:sldId xmlns:r="http://schemas.openxmlformats.org/officeDocument/2006/relationships" id="261" r:id="R99b9ef6bda704261"/>
    <p:sldId xmlns:r="http://schemas.openxmlformats.org/officeDocument/2006/relationships" id="262" r:id="R1be0f9c2b8c447de"/>
    <p:sldId xmlns:r="http://schemas.openxmlformats.org/officeDocument/2006/relationships" id="263" r:id="R17fc46c973f44ba3"/>
    <p:sldId xmlns:r="http://schemas.openxmlformats.org/officeDocument/2006/relationships" id="264" r:id="R45009e0dc64c42fb"/>
    <p:sldId xmlns:r="http://schemas.openxmlformats.org/officeDocument/2006/relationships" id="265" r:id="Raf247ddec26746c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2eae84d80944b3" /><Relationship Type="http://schemas.openxmlformats.org/officeDocument/2006/relationships/slideMaster" Target="/ppt/slideMasters/slideMaster1.xml" Id="Re48b896599894dcd" /><Relationship Type="http://schemas.openxmlformats.org/officeDocument/2006/relationships/notesMaster" Target="/ppt/notesMasters/notesMaster1.xml" Id="R5721fa63c673448e" /><Relationship Type="http://schemas.openxmlformats.org/officeDocument/2006/relationships/presProps" Target="/ppt/presProps.xml" Id="R0aeaa289dfb543c2" /><Relationship Type="http://schemas.openxmlformats.org/officeDocument/2006/relationships/tableStyles" Target="/ppt/tableStyles.xml" Id="Red029898a1df4e87" /><Relationship Type="http://schemas.openxmlformats.org/officeDocument/2006/relationships/slide" Target="/ppt/slides/slide1.xml" Id="Rdad53536c9a048db" /><Relationship Type="http://schemas.openxmlformats.org/officeDocument/2006/relationships/slide" Target="/ppt/slides/slide2.xml" Id="R80d1e0efb68e4622" /><Relationship Type="http://schemas.openxmlformats.org/officeDocument/2006/relationships/slide" Target="/ppt/slides/slide3.xml" Id="R9434efeb6cb84070" /><Relationship Type="http://schemas.openxmlformats.org/officeDocument/2006/relationships/slide" Target="/ppt/slides/slide4.xml" Id="R1a7ceb61e91c4aff" /><Relationship Type="http://schemas.openxmlformats.org/officeDocument/2006/relationships/slide" Target="/ppt/slides/slide5.xml" Id="R0dc6e3e3c8f94ced" /><Relationship Type="http://schemas.openxmlformats.org/officeDocument/2006/relationships/slide" Target="/ppt/slides/slide6.xml" Id="R99b9ef6bda704261" /><Relationship Type="http://schemas.openxmlformats.org/officeDocument/2006/relationships/slide" Target="/ppt/slides/slide7.xml" Id="R1be0f9c2b8c447de" /><Relationship Type="http://schemas.openxmlformats.org/officeDocument/2006/relationships/slide" Target="/ppt/slides/slide8.xml" Id="R17fc46c973f44ba3" /><Relationship Type="http://schemas.openxmlformats.org/officeDocument/2006/relationships/slide" Target="/ppt/slides/slide9.xml" Id="R45009e0dc64c42fb" /><Relationship Type="http://schemas.openxmlformats.org/officeDocument/2006/relationships/slide" Target="/ppt/slides/slide10.xml" Id="Raf247ddec26746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f6b14815a94b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dad78ba51646ef" /><Relationship Type="http://schemas.openxmlformats.org/officeDocument/2006/relationships/notesMaster" Target="/ppt/notesMasters/notesMaster1.xml" Id="R09349604c81543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33238e96c8497d" /><Relationship Type="http://schemas.openxmlformats.org/officeDocument/2006/relationships/notesMaster" Target="/ppt/notesMasters/notesMaster1.xml" Id="R19b80006d9524ab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0d6958d075541f8" /><Relationship Type="http://schemas.openxmlformats.org/officeDocument/2006/relationships/notesMaster" Target="/ppt/notesMasters/notesMaster1.xml" Id="Rc9f7d4604caf44e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af568fdfef48d4" /><Relationship Type="http://schemas.openxmlformats.org/officeDocument/2006/relationships/notesMaster" Target="/ppt/notesMasters/notesMaster1.xml" Id="R5e64e7024e9345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6f5f205772465e" /><Relationship Type="http://schemas.openxmlformats.org/officeDocument/2006/relationships/notesMaster" Target="/ppt/notesMasters/notesMaster1.xml" Id="R93aac37a810b45b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16aadff37084bd5" /><Relationship Type="http://schemas.openxmlformats.org/officeDocument/2006/relationships/notesMaster" Target="/ppt/notesMasters/notesMaster1.xml" Id="R9b843b56802d497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3f21975209a4322" /><Relationship Type="http://schemas.openxmlformats.org/officeDocument/2006/relationships/notesMaster" Target="/ppt/notesMasters/notesMaster1.xml" Id="R80502cbdde7f45e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8719259314741ad" /><Relationship Type="http://schemas.openxmlformats.org/officeDocument/2006/relationships/notesMaster" Target="/ppt/notesMasters/notesMaster1.xml" Id="Rf63ebdffc05347f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21fdeb4ca8f4964" /><Relationship Type="http://schemas.openxmlformats.org/officeDocument/2006/relationships/notesMaster" Target="/ppt/notesMasters/notesMaster1.xml" Id="Rb91ae46903e9410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c9a6f6f4af0406a" /><Relationship Type="http://schemas.openxmlformats.org/officeDocument/2006/relationships/notesMaster" Target="/ppt/notesMasters/notesMaster1.xml" Id="R572cd7469d0443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https://github.com/MiraWUSE/SpecMind</a:t>
            </a:r>
          </a:p>
          <a:p xmlns:a="http://schemas.openxmlformats.org/drawingml/2006/main">
            <a:r>
              <a:t>Демонстрация текущего функционала приложения для пользователей.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README.md, Views/Pages, MainWindowViewModel.cs в репозитории https://github.com/MiraWUSE/SpecMind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Views/Pages/DashboardView.axaml в репозитории https://github.com/MiraWUSE/SpecMind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Views/Pages/DetailedView.axaml, Models/HardwareInfo.cs в репозитории https://github.com/MiraWUSE/SpecMind</a:t>
            </a:r>
          </a:p>
          <a:p xmlns:a="http://schemas.openxmlformats.org/drawingml/2006/main">
            <a:r>
              <a:t>Доступность конкретных полей зависит от оборудования и источника данных.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Views/Pages/MonitoringView.axaml, MainWindowViewModel.cs в репозитории https://github.com/MiraWUSE/SpecMind</a:t>
            </a:r>
          </a:p>
          <a:p xmlns:a="http://schemas.openxmlformats.org/drawingml/2006/main">
            <a:r>
              <a:t>Таймер запускает обновление каждую секунду, параллельные сканирования не запускаются. История ограничена 60 измерениями.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ViewModels/Pages/ExportViewModel.cs и Services/ReportExporterService.cs в репозитории https://github.com/MiraWUSE/SpecMind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Modules/AI/AIModule.cs, Services/PromptBuilder.cs, ViewModels/AIViewModel.cs в репозитории https://github.com/MiraWUSE/SpecMind</a:t>
            </a:r>
          </a:p>
          <a:p xmlns:a="http://schemas.openxmlformats.org/drawingml/2006/main">
            <a:r>
              <a:t>Модель Qwen2.5-3B-Instruct Q4_K_M через LLamaSharp CPU. Проверена реальная генерация по характеристикам ПК и продолжение диалога.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проверка действующего приложения 19.09.2026. Вопрос о CPU, GPU и RAM вернул Intel Core i5-13400F, NVIDIA GeForce RTX 3080 и 16 GB. Повторный вопрос подтвердил учёт истории. Источники реализации: Modules/AI в https://github.com/MiraWUSE/SpecMind</a:t>
            </a:r>
          </a:p>
          <a:p xmlns:a="http://schemas.openxmlformats.org/drawingml/2006/main">
            <a:r>
              <a:t>На слайде показан текст запроса, а не скриншот или гарантированный дословный ответ модели.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Services/ThemeService.cs, ViewModels/Pages/SettingsViewModel.cs и README.md в репозитории https://github.com/MiraWUSE/SpecMind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реализованные страницы SpecMind, https://github.com/MiraWUSE/SpecMind</a:t>
            </a:r>
          </a:p>
          <a:p xmlns:a="http://schemas.openxmlformats.org/drawingml/2006/main">
            <a:r>
              <a:t>Температура CPU на проверенном компьютере недоступна и может отображаться как 0. Не интерпретировать такое значение как реальную температуру.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058981140949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a506a4b2fe4279" /><Relationship Type="http://schemas.openxmlformats.org/officeDocument/2006/relationships/slideLayout" Target="/ppt/slideLayouts/slideLayout1.xml" Id="R434caafe45f44e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4caafe45f44e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257c5fa4bd4f87" /><Relationship Type="http://schemas.openxmlformats.org/officeDocument/2006/relationships/notesSlide" Target="/ppt/notesSlides/notesSlide1.xml" Id="R5515da3d9cbb4f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a472f072314f83" /><Relationship Type="http://schemas.openxmlformats.org/officeDocument/2006/relationships/notesSlide" Target="/ppt/notesSlides/notesSlide2.xml" Id="R4f5f199246ee49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6939a7d1fd4b8f" /><Relationship Type="http://schemas.openxmlformats.org/officeDocument/2006/relationships/notesSlide" Target="/ppt/notesSlides/notesSlide3.xml" Id="R9410062442ec46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a48694332b4d0c" /><Relationship Type="http://schemas.openxmlformats.org/officeDocument/2006/relationships/notesSlide" Target="/ppt/notesSlides/notesSlide4.xml" Id="R4346d70006d34be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7fdb175bfb46e4" /><Relationship Type="http://schemas.openxmlformats.org/officeDocument/2006/relationships/notesSlide" Target="/ppt/notesSlides/notesSlide5.xml" Id="R07d88c77d1a741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fd5b8adfa24e7c" /><Relationship Type="http://schemas.openxmlformats.org/officeDocument/2006/relationships/notesSlide" Target="/ppt/notesSlides/notesSlide6.xml" Id="Ra230d87befe0411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004893c67c472a" /><Relationship Type="http://schemas.openxmlformats.org/officeDocument/2006/relationships/notesSlide" Target="/ppt/notesSlides/notesSlide7.xml" Id="Ree32775244bc4b4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2d15f8c1544c6f" /><Relationship Type="http://schemas.openxmlformats.org/officeDocument/2006/relationships/notesSlide" Target="/ppt/notesSlides/notesSlide8.xml" Id="R785fa5d4ba15413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ffce8a25234172" /><Relationship Type="http://schemas.openxmlformats.org/officeDocument/2006/relationships/notesSlide" Target="/ppt/notesSlides/notesSlide9.xml" Id="R90dc0681fb6442e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f75834b9d54b4c" /><Relationship Type="http://schemas.openxmlformats.org/officeDocument/2006/relationships/notesSlide" Target="/ppt/notesSlides/notesSlide10.xml" Id="R964848c41fcd40b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9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DAF069-FAC0-4568-B58E-26100005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3F4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A"/>
                </a:solidFill>
                <a:latin typeface="Arial"/>
                <a:ea typeface="Arial"/>
                <a:cs typeface="Arial"/>
              </a:rPr>
              <a:t>SpecMind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53216C-CB82-4F0B-8415-C84EF112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BDD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BDD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68E2DE-6373-423B-914C-D666E530A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10382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3F4FA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3F4FA"/>
                </a:solidFill>
                <a:latin typeface="Arial"/>
                <a:ea typeface="Arial"/>
                <a:cs typeface="Arial"/>
              </a:rPr>
              <a:t>Характеристики компьютера</a:t>
            </a:r>
          </a:p>
          <a:p xmlns:a="http://schemas.openxmlformats.org/drawingml/2006/main">
            <a:pPr>
              <a:defRPr sz="4050" b="1">
                <a:solidFill>
                  <a:srgbClr val="F3F4FA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3F4FA"/>
                </a:solidFill>
                <a:latin typeface="Arial"/>
                <a:ea typeface="Arial"/>
                <a:cs typeface="Arial"/>
              </a:rPr>
              <a:t>и мониторинг в одном приложении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446C80-D744-4AD8-9F7C-2ED4BDE1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8AB4F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8AB4F8"/>
                </a:solidFill>
                <a:latin typeface="Arial"/>
                <a:ea typeface="Arial"/>
                <a:cs typeface="Arial"/>
              </a:rPr>
              <a:t>Обзор возможностей</a:t>
            </a:r>
          </a:p>
        </p:txBody>
      </p:sp>
    </p:spTree>
    <p:extLst>
      <p:ext uri="{BB962C8B-B14F-4D97-AF65-F5344CB8AC3E}">
        <p14:creationId xmlns:p14="http://schemas.microsoft.com/office/powerpoint/2010/main" val="11577700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9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B7E174-DAC3-427C-A5FE-2DE8049C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3F4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A"/>
                </a:solidFill>
                <a:latin typeface="Arial"/>
                <a:ea typeface="Arial"/>
                <a:cs typeface="Arial"/>
              </a:rPr>
              <a:t>Что можно сделать в SpecMind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3D2E70-725B-4D7B-88C7-E65780B3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BDD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BDD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FCB4B1-BC65-4EB5-BD12-62BB2D979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57375"/>
            <a:ext cx="309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AB4F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AB4F8"/>
                </a:solidFill>
                <a:latin typeface="Arial"/>
                <a:ea typeface="Arial"/>
                <a:cs typeface="Arial"/>
              </a:rPr>
              <a:t>Узнать свой ПК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9D15E9-D3FD-461C-AC98-E313AAF1E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857375"/>
            <a:ext cx="71913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3F4F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3F4FA"/>
                </a:solidFill>
                <a:latin typeface="Arial"/>
                <a:ea typeface="Arial"/>
                <a:cs typeface="Arial"/>
              </a:rPr>
              <a:t>Посмотреть состав компьютера и подробные характеристики компонентов.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D2EE19-86A8-4B30-A3C7-38C60AE8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309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AB4F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AB4F8"/>
                </a:solidFill>
                <a:latin typeface="Arial"/>
                <a:ea typeface="Arial"/>
                <a:cs typeface="Arial"/>
              </a:rPr>
              <a:t>Проверить нагрузку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5CD269-FAFD-4F88-86C5-0AA1631D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333750"/>
            <a:ext cx="71913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3F4F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3F4FA"/>
                </a:solidFill>
                <a:latin typeface="Arial"/>
                <a:ea typeface="Arial"/>
                <a:cs typeface="Arial"/>
              </a:rPr>
              <a:t>Проследить, как меняется загрузка процессора и видеокарты.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50F7F3-C688-4132-8955-A25AC3A64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309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AB4F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AB4F8"/>
                </a:solidFill>
                <a:latin typeface="Arial"/>
                <a:ea typeface="Arial"/>
                <a:cs typeface="Arial"/>
              </a:rPr>
              <a:t>Сохранить и обсудить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1841BB-6B8A-47D6-B658-9594B504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810125"/>
            <a:ext cx="71913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3F4F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3F4FA"/>
                </a:solidFill>
                <a:latin typeface="Arial"/>
                <a:ea typeface="Arial"/>
                <a:cs typeface="Arial"/>
              </a:rPr>
              <a:t>Экспортировать отчёт или задать локальному AI вопрос о своём оборудовании.</a:t>
            </a:r>
          </a:p>
        </p:txBody>
      </p:sp>
    </p:spTree>
    <p:extLst>
      <p:ext uri="{BB962C8B-B14F-4D97-AF65-F5344CB8AC3E}">
        <p14:creationId xmlns:p14="http://schemas.microsoft.com/office/powerpoint/2010/main" val="3441077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9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1712C7-AFCE-403E-988F-FB697C803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3F4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A"/>
                </a:solidFill>
                <a:latin typeface="Arial"/>
                <a:ea typeface="Arial"/>
                <a:cs typeface="Arial"/>
              </a:rPr>
              <a:t>Обзор компьютера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C14D1E-7828-4D85-829B-B1EFC6A5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BDD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BDD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BFF185-5F96-4AE4-B4AD-6F148279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5429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8AB4F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8AB4F8"/>
                </a:solidFill>
                <a:latin typeface="Arial"/>
                <a:ea typeface="Arial"/>
                <a:cs typeface="Arial"/>
              </a:rPr>
              <a:t>Основные показатели</a:t>
            </a:r>
          </a:p>
          <a:p xmlns:a="http://schemas.openxmlformats.org/drawingml/2006/main">
            <a:pPr>
              <a:defRPr sz="3225" b="1">
                <a:solidFill>
                  <a:srgbClr val="8AB4F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8AB4F8"/>
                </a:solidFill>
                <a:latin typeface="Arial"/>
                <a:ea typeface="Arial"/>
                <a:cs typeface="Arial"/>
              </a:rPr>
              <a:t>на стартовой странице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3D0F7D-24E6-43CB-803E-2E4E891E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00250"/>
            <a:ext cx="4572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3F4F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3F4FA"/>
                </a:solidFill>
                <a:latin typeface="Arial"/>
                <a:ea typeface="Arial"/>
                <a:cs typeface="Arial"/>
              </a:rPr>
              <a:t>Карточки оборудования помогают быстро увидеть конфигурацию ПК.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F3F4F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3F4FA"/>
                </a:solidFill>
                <a:latin typeface="Arial"/>
                <a:ea typeface="Arial"/>
                <a:cs typeface="Arial"/>
              </a:rPr>
              <a:t>Индикаторы показывают текущую загрузку и доступные показания датчиков.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D35FC5-77D6-4C44-986F-084584FE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2447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8BDD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8BDD5"/>
                </a:solidFill>
                <a:latin typeface="Arial"/>
                <a:ea typeface="Arial"/>
                <a:cs typeface="Arial"/>
              </a:rPr>
              <a:t>Удобно для быстрой проверки перед запуском игры или рабочей программы.</a:t>
            </a:r>
          </a:p>
        </p:txBody>
      </p:sp>
    </p:spTree>
    <p:extLst>
      <p:ext uri="{BB962C8B-B14F-4D97-AF65-F5344CB8AC3E}">
        <p14:creationId xmlns:p14="http://schemas.microsoft.com/office/powerpoint/2010/main" val="8261034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9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789066-7F59-45F7-BEC7-2C8EAD9D4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3F4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A"/>
                </a:solidFill>
                <a:latin typeface="Arial"/>
                <a:ea typeface="Arial"/>
                <a:cs typeface="Arial"/>
              </a:rPr>
              <a:t>Подробные характеристики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C63F44-FBA1-4F50-87E0-20A5D5F6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BDD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BDD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3CA72F-47AC-4EB8-8A62-2543C88A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28800"/>
            <a:ext cx="309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AB4F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AB4F8"/>
                </a:solidFill>
                <a:latin typeface="Arial"/>
                <a:ea typeface="Arial"/>
                <a:cs typeface="Arial"/>
              </a:rPr>
              <a:t>Процессор и GPU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E6E0D4-1362-42D5-99E0-815E6E11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828800"/>
            <a:ext cx="71913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3F4F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3F4FA"/>
                </a:solidFill>
                <a:latin typeface="Arial"/>
                <a:ea typeface="Arial"/>
                <a:cs typeface="Arial"/>
              </a:rPr>
              <a:t>Модели компонентов, параметры процессора и информация о видеокарте.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8A7417-B10D-45C1-9A86-0ED5C9004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05175"/>
            <a:ext cx="309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AB4F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AB4F8"/>
                </a:solidFill>
                <a:latin typeface="Arial"/>
                <a:ea typeface="Arial"/>
                <a:cs typeface="Arial"/>
              </a:rPr>
              <a:t>Память и накопители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EF4176-FCBF-4F00-B810-0780B65D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305175"/>
            <a:ext cx="71913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3F4F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3F4FA"/>
                </a:solidFill>
                <a:latin typeface="Arial"/>
                <a:ea typeface="Arial"/>
                <a:cs typeface="Arial"/>
              </a:rPr>
              <a:t>Объём и параметры RAM, список дисков и их характеристики.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38E657-F707-4A8A-81D0-D6A39736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81550"/>
            <a:ext cx="309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AB4F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AB4F8"/>
                </a:solidFill>
                <a:latin typeface="Arial"/>
                <a:ea typeface="Arial"/>
                <a:cs typeface="Arial"/>
              </a:rPr>
              <a:t>Материнская плата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2ACA25-2ACC-4175-9FD8-61A97F12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781550"/>
            <a:ext cx="71913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3F4F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3F4FA"/>
                </a:solidFill>
                <a:latin typeface="Arial"/>
                <a:ea typeface="Arial"/>
                <a:cs typeface="Arial"/>
              </a:rPr>
              <a:t>Модель платы и доступные сведения о BIOS.</a:t>
            </a:r>
          </a:p>
        </p:txBody>
      </p:sp>
    </p:spTree>
    <p:extLst>
      <p:ext uri="{BB962C8B-B14F-4D97-AF65-F5344CB8AC3E}">
        <p14:creationId xmlns:p14="http://schemas.microsoft.com/office/powerpoint/2010/main" val="7225697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9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C01989-2025-40D0-A3E1-DD5B68E7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3F4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A"/>
                </a:solidFill>
                <a:latin typeface="Arial"/>
                <a:ea typeface="Arial"/>
                <a:cs typeface="Arial"/>
              </a:rPr>
              <a:t>Мониторинг нагрузки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3251FA-C0A4-46CF-B836-CD41A076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BDD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BDD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25BA49-A6DD-4B6C-8181-6B667AD18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8AB4F8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8AB4F8"/>
                </a:solidFill>
                <a:latin typeface="Arial"/>
                <a:ea typeface="Arial"/>
                <a:cs typeface="Arial"/>
              </a:rPr>
              <a:t>CPU и GPU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2CA87F-6CA3-4DC6-B27C-644397A7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52775"/>
            <a:ext cx="971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3F4FA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3F4FA"/>
                </a:solidFill>
                <a:latin typeface="Arial"/>
                <a:ea typeface="Arial"/>
                <a:cs typeface="Arial"/>
              </a:rPr>
              <a:t>Два графика показывают изменение загрузки во время работы компьютера.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B4D9D2-F1F5-47AC-B924-11173A59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91050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8BDD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8BDD5"/>
                </a:solidFill>
                <a:latin typeface="Arial"/>
                <a:ea typeface="Arial"/>
                <a:cs typeface="Arial"/>
              </a:rPr>
              <a:t>Обновление примерно раз в секунду.</a:t>
            </a:r>
          </a:p>
          <a:p xmlns:a="http://schemas.openxmlformats.org/drawingml/2006/main">
            <a:pPr>
              <a:defRPr sz="2175" b="0">
                <a:solidFill>
                  <a:srgbClr val="B8BDD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8BDD5"/>
                </a:solidFill>
                <a:latin typeface="Arial"/>
                <a:ea typeface="Arial"/>
                <a:cs typeface="Arial"/>
              </a:rPr>
              <a:t>Последние 60 измерений сохраняются при переходе между страницами.</a:t>
            </a:r>
          </a:p>
        </p:txBody>
      </p:sp>
    </p:spTree>
    <p:extLst>
      <p:ext uri="{BB962C8B-B14F-4D97-AF65-F5344CB8AC3E}">
        <p14:creationId xmlns:p14="http://schemas.microsoft.com/office/powerpoint/2010/main" val="15581049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9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7D77EF-E6EA-44F6-BF26-863C7CE1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3F4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A"/>
                </a:solidFill>
                <a:latin typeface="Arial"/>
                <a:ea typeface="Arial"/>
                <a:cs typeface="Arial"/>
              </a:rPr>
              <a:t>Экспорт отчёта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4F83F0-8CF8-4604-A9A0-147BC26D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BDD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BDD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F18D00-C75E-4C0F-AD56-9B943A451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8AB4F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8AB4F8"/>
                </a:solidFill>
                <a:latin typeface="Arial"/>
                <a:ea typeface="Arial"/>
                <a:cs typeface="Arial"/>
              </a:rPr>
              <a:t>TXT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A9D361-EF14-4A2B-A404-3EB6B492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19300"/>
            <a:ext cx="828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3F4F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F4FA"/>
                </a:solidFill>
                <a:latin typeface="Arial"/>
                <a:ea typeface="Arial"/>
                <a:cs typeface="Arial"/>
              </a:rPr>
              <a:t>Текстовый отчёт для чтения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E1F22F-E450-4A16-A1E8-1AEFC1D0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8AB4F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8AB4F8"/>
                </a:solidFill>
                <a:latin typeface="Arial"/>
                <a:ea typeface="Arial"/>
                <a:cs typeface="Arial"/>
              </a:rPr>
              <a:t>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548598-C09F-428B-82EB-BB563DDC4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90850"/>
            <a:ext cx="828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3F4F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F4FA"/>
                </a:solidFill>
                <a:latin typeface="Arial"/>
                <a:ea typeface="Arial"/>
                <a:cs typeface="Arial"/>
              </a:rPr>
              <a:t>Структурированные данные для программ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25164A-550E-4FFB-AE2F-53774C9B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2430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8AB4F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8AB4F8"/>
                </a:solidFill>
                <a:latin typeface="Arial"/>
                <a:ea typeface="Arial"/>
                <a:cs typeface="Arial"/>
              </a:rPr>
              <a:t>CSV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508927-700A-43CA-8473-984C77350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62400"/>
            <a:ext cx="828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3F4F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F4FA"/>
                </a:solidFill>
                <a:latin typeface="Arial"/>
                <a:ea typeface="Arial"/>
                <a:cs typeface="Arial"/>
              </a:rPr>
              <a:t>Таблица для дальнейшей обработки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A639AB-5808-48B3-B0BA-EBCD507E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8AB4F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8AB4F8"/>
                </a:solidFill>
                <a:latin typeface="Arial"/>
                <a:ea typeface="Arial"/>
                <a:cs typeface="Arial"/>
              </a:rPr>
              <a:t>HTML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5A7566-C5A8-4840-BEA7-0B579B95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33950"/>
            <a:ext cx="828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3F4F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F4FA"/>
                </a:solidFill>
                <a:latin typeface="Arial"/>
                <a:ea typeface="Arial"/>
                <a:cs typeface="Arial"/>
              </a:rPr>
              <a:t>Отчёт, который можно открыть в браузере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BC943D-040D-45AB-AC6D-96C6D841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3407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8BDD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8BDD5"/>
                </a:solidFill>
                <a:latin typeface="Arial"/>
                <a:ea typeface="Arial"/>
                <a:cs typeface="Arial"/>
              </a:rPr>
              <a:t>Формат и место сохранения выбирает пользователь.</a:t>
            </a:r>
          </a:p>
        </p:txBody>
      </p:sp>
    </p:spTree>
    <p:extLst>
      <p:ext uri="{BB962C8B-B14F-4D97-AF65-F5344CB8AC3E}">
        <p14:creationId xmlns:p14="http://schemas.microsoft.com/office/powerpoint/2010/main" val="10175625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9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3A0526-A8FA-4888-B4A6-BF3D8E28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3F4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A"/>
                </a:solidFill>
                <a:latin typeface="Arial"/>
                <a:ea typeface="Arial"/>
                <a:cs typeface="Arial"/>
              </a:rPr>
              <a:t>Локальный AI-помощник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2E2202-1A5D-42B3-9759-F54676B5A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BDD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BDD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53E974-3C14-4222-BBFC-FA018D2E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716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8AB4F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8AB4F8"/>
                </a:solidFill>
                <a:latin typeface="Arial"/>
                <a:ea typeface="Arial"/>
                <a:cs typeface="Arial"/>
              </a:rPr>
              <a:t>Вопросы о вашем компьютере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8CBC85-9F6F-406E-8251-ECD0F699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99536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3F4F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3F4FA"/>
                </a:solidFill>
                <a:latin typeface="Arial"/>
                <a:ea typeface="Arial"/>
                <a:cs typeface="Arial"/>
              </a:rPr>
              <a:t>AI получает текущие характеристики и учитывает историю разговора. Ответ формируется на компьютере пользователя.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03FF94-9FA4-4E8A-B6A1-E393A3BC8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05375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8BDD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8BDD5"/>
                </a:solidFill>
                <a:latin typeface="Arial"/>
                <a:ea typeface="Arial"/>
                <a:cs typeface="Arial"/>
              </a:rPr>
              <a:t>Для работы нужен установленный файл модели.</a:t>
            </a:r>
          </a:p>
          <a:p xmlns:a="http://schemas.openxmlformats.org/drawingml/2006/main">
            <a:pPr>
              <a:defRPr sz="2100" b="0">
                <a:solidFill>
                  <a:srgbClr val="B8BDD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8BDD5"/>
                </a:solidFill>
                <a:latin typeface="Arial"/>
                <a:ea typeface="Arial"/>
                <a:cs typeface="Arial"/>
              </a:rPr>
              <a:t>Внешний AI-сервис для генерации не используется.</a:t>
            </a:r>
          </a:p>
        </p:txBody>
      </p:sp>
    </p:spTree>
    <p:extLst>
      <p:ext uri="{BB962C8B-B14F-4D97-AF65-F5344CB8AC3E}">
        <p14:creationId xmlns:p14="http://schemas.microsoft.com/office/powerpoint/2010/main" val="18947382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9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B79331-86E0-41A8-9687-A16AA108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3F4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A"/>
                </a:solidFill>
                <a:latin typeface="Arial"/>
                <a:ea typeface="Arial"/>
                <a:cs typeface="Arial"/>
              </a:rPr>
              <a:t>Пример диалога с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572910-1B40-41E0-8385-0CA66150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BDD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BDD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9DCE44-81C6-46C0-881B-DA59FA59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10477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8AB4F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8AB4F8"/>
                </a:solidFill>
                <a:latin typeface="Arial"/>
                <a:ea typeface="Arial"/>
                <a:cs typeface="Arial"/>
              </a:rPr>
              <a:t>«Назови мой процессор,</a:t>
            </a:r>
          </a:p>
          <a:p xmlns:a="http://schemas.openxmlformats.org/drawingml/2006/main">
            <a:pPr>
              <a:defRPr sz="3600" b="1">
                <a:solidFill>
                  <a:srgbClr val="8AB4F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8AB4F8"/>
                </a:solidFill>
                <a:latin typeface="Arial"/>
                <a:ea typeface="Arial"/>
                <a:cs typeface="Arial"/>
              </a:rPr>
              <a:t>видеокарту и объём RAM»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F15BE1-3FDA-4BAC-B397-C3F4CC022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90975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3F4F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F4FA"/>
                </a:solidFill>
                <a:latin typeface="Arial"/>
                <a:ea typeface="Arial"/>
                <a:cs typeface="Arial"/>
              </a:rPr>
              <a:t>Помощник использует конфигурацию текущего ПК. Следующий вопрос можно задать в том же диалоге.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8C56F0-856D-4F96-8514-2BAD679C0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0545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8BDD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8BDD5"/>
                </a:solidFill>
                <a:latin typeface="Arial"/>
                <a:ea typeface="Arial"/>
                <a:cs typeface="Arial"/>
              </a:rPr>
              <a:t>Во время генерации доступна кнопка «Остановить».</a:t>
            </a:r>
          </a:p>
          <a:p xmlns:a="http://schemas.openxmlformats.org/drawingml/2006/main">
            <a:pPr>
              <a:defRPr sz="1875" b="0">
                <a:solidFill>
                  <a:srgbClr val="B8BDD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8BDD5"/>
                </a:solidFill>
                <a:latin typeface="Arial"/>
                <a:ea typeface="Arial"/>
                <a:cs typeface="Arial"/>
              </a:rPr>
              <a:t>Ответы AI могут содержать ошибки и требуют проверки.</a:t>
            </a:r>
          </a:p>
        </p:txBody>
      </p:sp>
    </p:spTree>
    <p:extLst>
      <p:ext uri="{BB962C8B-B14F-4D97-AF65-F5344CB8AC3E}">
        <p14:creationId xmlns:p14="http://schemas.microsoft.com/office/powerpoint/2010/main" val="1061961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9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A479DC-4BE7-46FB-9DCA-537FFDAC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3F4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A"/>
                </a:solidFill>
                <a:latin typeface="Arial"/>
                <a:ea typeface="Arial"/>
                <a:cs typeface="Arial"/>
              </a:rPr>
              <a:t>Настройка оформления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AA87A0-36B9-4860-8B5D-9A2BF6C53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BDD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BDD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EA30B2-AE66-4A74-884E-9EE0547C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5143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8AB4F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8AB4F8"/>
                </a:solidFill>
                <a:latin typeface="Arial"/>
                <a:ea typeface="Arial"/>
                <a:cs typeface="Arial"/>
              </a:rPr>
              <a:t>Night Owl</a:t>
            </a:r>
          </a:p>
          <a:p xmlns:a="http://schemas.openxmlformats.org/drawingml/2006/main">
            <a:pPr>
              <a:defRPr sz="3600" b="1">
                <a:solidFill>
                  <a:srgbClr val="8AB4F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8AB4F8"/>
                </a:solidFill>
                <a:latin typeface="Arial"/>
                <a:ea typeface="Arial"/>
                <a:cs typeface="Arial"/>
              </a:rPr>
              <a:t>Daylight</a:t>
            </a:r>
          </a:p>
          <a:p xmlns:a="http://schemas.openxmlformats.org/drawingml/2006/main">
            <a:pPr>
              <a:defRPr sz="3600" b="1">
                <a:solidFill>
                  <a:srgbClr val="8AB4F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8AB4F8"/>
                </a:solidFill>
                <a:latin typeface="Arial"/>
                <a:ea typeface="Arial"/>
                <a:cs typeface="Arial"/>
              </a:rPr>
              <a:t>Cyberpunk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4CD6DD-E5B7-4EFA-8114-0859562B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066925"/>
            <a:ext cx="4762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3F4F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F4FA"/>
                </a:solidFill>
                <a:latin typeface="Arial"/>
                <a:ea typeface="Arial"/>
                <a:cs typeface="Arial"/>
              </a:rPr>
              <a:t>Готовые темы меняют цвета интерфейса без перезапуска приложения.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F3F4F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F4FA"/>
                </a:solidFill>
                <a:latin typeface="Arial"/>
                <a:ea typeface="Arial"/>
                <a:cs typeface="Arial"/>
              </a:rPr>
              <a:t>Также доступна случайная цветовая схема.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279897-0F44-41A8-8CDA-C9ADB5D6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578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8BDD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8BDD5"/>
                </a:solidFill>
                <a:latin typeface="Arial"/>
                <a:ea typeface="Arial"/>
                <a:cs typeface="Arial"/>
              </a:rPr>
              <a:t>В этой версии раздел настроек прежде всего управляет оформлением.</a:t>
            </a:r>
          </a:p>
        </p:txBody>
      </p:sp>
    </p:spTree>
    <p:extLst>
      <p:ext uri="{BB962C8B-B14F-4D97-AF65-F5344CB8AC3E}">
        <p14:creationId xmlns:p14="http://schemas.microsoft.com/office/powerpoint/2010/main" val="16377016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9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EDEC89-1253-42DF-808C-08F4BFF4B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3F4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A"/>
                </a:solidFill>
                <a:latin typeface="Arial"/>
                <a:ea typeface="Arial"/>
                <a:cs typeface="Arial"/>
              </a:rPr>
              <a:t>Короткий сценарий демонстрации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A87818-5015-484C-B95C-28C9F47E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BDD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BDD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B0796C-D652-4DE0-8C35-FF445CBED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309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AB4F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AB4F8"/>
                </a:solidFill>
                <a:latin typeface="Arial"/>
                <a:ea typeface="Arial"/>
                <a:cs typeface="Arial"/>
              </a:rPr>
              <a:t>01   Конфигурация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6D5E3D-E546-43D3-9EE6-512B5490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809750"/>
            <a:ext cx="71913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3F4F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3F4FA"/>
                </a:solidFill>
                <a:latin typeface="Arial"/>
                <a:ea typeface="Arial"/>
                <a:cs typeface="Arial"/>
              </a:rPr>
              <a:t>Открыть обзор и подробные характеристики компьютера.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7A9BF1-FD2A-4087-8FDD-FF2464CF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48025"/>
            <a:ext cx="309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AB4F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AB4F8"/>
                </a:solidFill>
                <a:latin typeface="Arial"/>
                <a:ea typeface="Arial"/>
                <a:cs typeface="Arial"/>
              </a:rPr>
              <a:t>02   Работа под нагрузкой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F29400-655C-4B00-A162-B6CCEEEB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248025"/>
            <a:ext cx="71913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3F4F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3F4FA"/>
                </a:solidFill>
                <a:latin typeface="Arial"/>
                <a:ea typeface="Arial"/>
                <a:cs typeface="Arial"/>
              </a:rPr>
              <a:t>Посмотреть графики CPU и GPU, затем сохранить отчёт.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D7190C-F29E-4433-B0FF-1E760AB8D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309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AB4F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AB4F8"/>
                </a:solidFill>
                <a:latin typeface="Arial"/>
                <a:ea typeface="Arial"/>
                <a:cs typeface="Arial"/>
              </a:rPr>
              <a:t>03   Вопрос помощнику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E0F43C-12E1-49F2-906F-F0BEBFE9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686300"/>
            <a:ext cx="71913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3F4F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3F4FA"/>
                </a:solidFill>
                <a:latin typeface="Arial"/>
                <a:ea typeface="Arial"/>
                <a:cs typeface="Arial"/>
              </a:rPr>
              <a:t>Попросить AI назвать компоненты ПК и задать уточняющий вопрос.</a:t>
            </a:r>
          </a:p>
        </p:txBody>
      </p:sp>
    </p:spTree>
    <p:extLst>
      <p:ext uri="{BB962C8B-B14F-4D97-AF65-F5344CB8AC3E}">
        <p14:creationId xmlns:p14="http://schemas.microsoft.com/office/powerpoint/2010/main" val="20499080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2026-09-19T17:15:51.8510000Z</dcterms:created>
  <dcterms:modified xsi:type="dcterms:W3CDTF">2026-09-19T17:15:51.8510000Z</dcterms:modified>
</coreProperties>
</file>